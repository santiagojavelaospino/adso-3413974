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0F2A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Asistencia QR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Mockups de la experiencia móvil multi-institucional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1971C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77640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11096" y="3977640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E67700"/>
          </a:solidFill>
          <a:ln/>
        </p:spPr>
      </p:sp>
      <p:sp>
        <p:nvSpPr>
          <p:cNvPr id="9" name="Text 7"/>
          <p:cNvSpPr/>
          <p:nvPr/>
        </p:nvSpPr>
        <p:spPr>
          <a:xfrm>
            <a:off x="1911096" y="3977640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aprendiz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55948" y="3977640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</p:sp>
      <p:sp>
        <p:nvSpPr>
          <p:cNvPr id="11" name="Text 9"/>
          <p:cNvSpPr/>
          <p:nvPr/>
        </p:nvSpPr>
        <p:spPr>
          <a:xfrm>
            <a:off x="4155948" y="3977640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QR en vivo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977640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0C859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977640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docente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  ·  CORHUILA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971C2"/>
          </a:solidFill>
          <a:ln/>
        </p:spPr>
      </p:sp>
      <p:pic>
        <p:nvPicPr>
          <p:cNvPr id="3" name="Image 0" descr="/home/claude/icons/badge_per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multi-institución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61872" y="8412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mismo usuario — Jesús González — mantiene su identidad activa en dos instituciones a la vez, cada una con su propio rol.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44850" y="1399032"/>
            <a:ext cx="3339500" cy="5248656"/>
          </a:xfrm>
          <a:prstGeom prst="roundRect">
            <a:avLst>
              <a:gd name="adj" fmla="val 821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733">
                <a:alpha val="18000"/>
              </a:srgbClr>
            </a:outerShdw>
          </a:effectLst>
        </p:spPr>
      </p:sp>
      <p:pic>
        <p:nvPicPr>
          <p:cNvPr id="7" name="Image 1" descr="/home/claude/mockups_png/perfil_multi_institu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18" y="1600200"/>
            <a:ext cx="2937164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37760" y="1600200"/>
            <a:ext cx="6705295" cy="4846320"/>
          </a:xfrm>
          <a:prstGeom prst="roundRect">
            <a:avLst>
              <a:gd name="adj" fmla="val 3019"/>
            </a:avLst>
          </a:prstGeom>
          <a:solidFill>
            <a:srgbClr val="E6F1FB"/>
          </a:solidFill>
          <a:ln/>
        </p:spPr>
      </p:sp>
      <p:pic>
        <p:nvPicPr>
          <p:cNvPr id="9" name="Image 2" descr="/home/claude/icons/b_tag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34696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41848" y="2246376"/>
            <a:ext cx="5681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Insignias por institución y rol: SENA · Instructor y CORHUILA · Docente, visibles al mismo tiempo.</a:t>
            </a:r>
            <a:endParaRPr lang="en-US" sz="1350" dirty="0"/>
          </a:p>
        </p:txBody>
      </p:sp>
      <p:pic>
        <p:nvPicPr>
          <p:cNvPr id="11" name="Image 3" descr="/home/claude/icons/b_server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3749040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41848" y="3648456"/>
            <a:ext cx="5681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rápidos a Servidor (estado de conexión), Notificaciones y Acerca de la app.</a:t>
            </a:r>
            <a:endParaRPr lang="en-US" sz="1350" dirty="0"/>
          </a:p>
        </p:txBody>
      </p:sp>
      <p:pic>
        <p:nvPicPr>
          <p:cNvPr id="13" name="Image 4" descr="/home/claude/icons/b_logout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5151120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641848" y="5050536"/>
            <a:ext cx="5681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sesión siempre disponible en la parte inferior de la pantalla.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67700"/>
          </a:solidFill>
          <a:ln/>
        </p:spPr>
      </p:sp>
      <p:pic>
        <p:nvPicPr>
          <p:cNvPr id="3" name="Image 0" descr="/home/claude/icons/badge_check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asistencia del aprendiz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61872" y="8412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Angie Ramírez confirma su asistencia a "Diseño de interfaces", dictada por Jesús González hoy a las 7:00 a.m.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909229" y="1399032"/>
            <a:ext cx="3535733" cy="5248656"/>
          </a:xfrm>
          <a:prstGeom prst="roundRect">
            <a:avLst>
              <a:gd name="adj" fmla="val 775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733">
                <a:alpha val="18000"/>
              </a:srgbClr>
            </a:outerShdw>
          </a:effectLst>
        </p:spPr>
      </p:sp>
      <p:pic>
        <p:nvPicPr>
          <p:cNvPr id="7" name="Image 1" descr="/home/claude/mockups_png/checkin_estudia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397" y="1600200"/>
            <a:ext cx="3133397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600200"/>
            <a:ext cx="6705295" cy="4846320"/>
          </a:xfrm>
          <a:prstGeom prst="roundRect">
            <a:avLst>
              <a:gd name="adj" fmla="val 3019"/>
            </a:avLst>
          </a:prstGeom>
          <a:solidFill>
            <a:srgbClr val="FFF3BF"/>
          </a:solidFill>
          <a:ln/>
        </p:spPr>
      </p:sp>
      <p:pic>
        <p:nvPicPr>
          <p:cNvPr id="9" name="Image 2" descr="/home/claude/icons/b_mappin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4696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52728" y="2246376"/>
            <a:ext cx="5681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de geolocalización: el aprendiz debe estar dentro del aula para poder registrar.</a:t>
            </a:r>
            <a:endParaRPr lang="en-US" sz="1350" dirty="0"/>
          </a:p>
        </p:txBody>
      </p:sp>
      <p:pic>
        <p:nvPicPr>
          <p:cNvPr id="11" name="Image 3" descr="/home/claude/icons/b_key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49040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52728" y="3648456"/>
            <a:ext cx="5681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manual de un código de sala de 6 caracteres, provisto en vivo por el instructor.</a:t>
            </a:r>
            <a:endParaRPr lang="en-US" sz="1350" dirty="0"/>
          </a:p>
        </p:txBody>
      </p:sp>
      <p:pic>
        <p:nvPicPr>
          <p:cNvPr id="13" name="Image 4" descr="/home/claude/icons/b_check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51120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52728" y="5050536"/>
            <a:ext cx="5681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único botón de "Confirmar asistencia" cierra el flujo sin pasos adicionales.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7048E8"/>
          </a:solidFill>
          <a:ln/>
        </p:spPr>
      </p:sp>
      <p:pic>
        <p:nvPicPr>
          <p:cNvPr id="3" name="Image 0" descr="/home/claude/icons/badge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de asistencia en vivo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61872" y="8412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instructor abre una sesión para la Ficha 2749421 mediante un flujo guiado de cuatro pasos.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091671" y="1399032"/>
            <a:ext cx="2845859" cy="5248656"/>
          </a:xfrm>
          <a:prstGeom prst="roundRect">
            <a:avLst>
              <a:gd name="adj" fmla="val 963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733">
                <a:alpha val="18000"/>
              </a:srgbClr>
            </a:outerShdw>
          </a:effectLst>
        </p:spPr>
      </p:sp>
      <p:pic>
        <p:nvPicPr>
          <p:cNvPr id="7" name="Image 1" descr="/home/claude/mockups_png/sesion_qr_en_vivo_instru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39" y="1600200"/>
            <a:ext cx="2443523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37760" y="1600200"/>
            <a:ext cx="6705295" cy="4846320"/>
          </a:xfrm>
          <a:prstGeom prst="roundRect">
            <a:avLst>
              <a:gd name="adj" fmla="val 3019"/>
            </a:avLst>
          </a:prstGeom>
          <a:solidFill>
            <a:srgbClr val="EFE7FD"/>
          </a:solidFill>
          <a:ln/>
        </p:spPr>
      </p:sp>
      <p:pic>
        <p:nvPicPr>
          <p:cNvPr id="9" name="Image 2" descr="/home/claude/icons/b_lis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34696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41848" y="2246376"/>
            <a:ext cx="5681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Progreso claro en 4 pasos: Crear → Activar → En vivo → Cerrar.</a:t>
            </a:r>
            <a:endParaRPr lang="en-US" sz="1350" dirty="0"/>
          </a:p>
        </p:txBody>
      </p:sp>
      <p:pic>
        <p:nvPicPr>
          <p:cNvPr id="11" name="Image 3" descr="/home/claude/icons/b_clock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3749040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41848" y="3648456"/>
            <a:ext cx="5681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sala rotativo (K7XPQ2) que cambia cada 47 segundos, con QR alterno para escanear.</a:t>
            </a:r>
            <a:endParaRPr lang="en-US" sz="1350" dirty="0"/>
          </a:p>
        </p:txBody>
      </p:sp>
      <p:pic>
        <p:nvPicPr>
          <p:cNvPr id="13" name="Image 4" descr="/home/claude/icons/b_users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5151120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641848" y="5050536"/>
            <a:ext cx="5681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en vivo de la ficha: 24 presentes, 3 ausentes y 1 rechazado.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864AB"/>
          </a:solidFill>
          <a:ln/>
        </p:spPr>
      </p:sp>
      <p:pic>
        <p:nvPicPr>
          <p:cNvPr id="3" name="Image 0" descr="/home/claude/icons/badge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principal del docente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61872" y="8412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 inicio para SENA · Ficha 2749421, con el estado de la sesión y los accesos directos más usados.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403733" y="1399032"/>
            <a:ext cx="2546725" cy="5248656"/>
          </a:xfrm>
          <a:prstGeom prst="roundRect">
            <a:avLst>
              <a:gd name="adj" fmla="val 1077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733">
                <a:alpha val="18000"/>
              </a:srgbClr>
            </a:outerShdw>
          </a:effectLst>
        </p:spPr>
      </p:sp>
      <p:pic>
        <p:nvPicPr>
          <p:cNvPr id="7" name="Image 1" descr="/home/claude/mockups_png/dashboard_docente_instru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901" y="1600200"/>
            <a:ext cx="2144389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600200"/>
            <a:ext cx="6705295" cy="4846320"/>
          </a:xfrm>
          <a:prstGeom prst="roundRect">
            <a:avLst>
              <a:gd name="adj" fmla="val 3019"/>
            </a:avLst>
          </a:prstGeom>
          <a:solidFill>
            <a:srgbClr val="D3F5F7"/>
          </a:solidFill>
          <a:ln/>
        </p:spPr>
      </p:sp>
      <p:pic>
        <p:nvPicPr>
          <p:cNvPr id="9" name="Image 2" descr="/home/claude/icons/b_qr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4696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52728" y="2246376"/>
            <a:ext cx="5681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sesión con acceso directo para "Iniciar sesión" por QR.</a:t>
            </a:r>
            <a:endParaRPr lang="en-US" sz="1350" dirty="0"/>
          </a:p>
        </p:txBody>
      </p:sp>
      <p:pic>
        <p:nvPicPr>
          <p:cNvPr id="11" name="Image 3" descr="/home/claude/icons/b_apps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49040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52728" y="3648456"/>
            <a:ext cx="5681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académica (Unidades, Personas) y Asistencia (Sesión QR, Resultados, Historial).</a:t>
            </a:r>
            <a:endParaRPr lang="en-US" sz="1350" dirty="0"/>
          </a:p>
        </p:txBody>
      </p:sp>
      <p:pic>
        <p:nvPicPr>
          <p:cNvPr id="13" name="Image 4" descr="/home/claude/icons/b_char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51120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52728" y="5050536"/>
            <a:ext cx="5681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clave: 92% de asistencia promedio y 12 sesiones registradas en el mes.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flujo conectado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identidad del docente a la confirmación del aprendiz, en cuatro pantallas.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-303479" y="1490472"/>
            <a:ext cx="2740983" cy="4379976"/>
          </a:xfrm>
          <a:prstGeom prst="roundRect">
            <a:avLst>
              <a:gd name="adj" fmla="val 6005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1B2733">
                <a:alpha val="16000"/>
              </a:srgbClr>
            </a:outerShdw>
          </a:effectLst>
        </p:spPr>
      </p:sp>
      <p:pic>
        <p:nvPicPr>
          <p:cNvPr id="5" name="Image 0" descr="/home/claude/mockups_png/perfil_multi_institu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3751" y="1600200"/>
            <a:ext cx="2521527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4052" y="5961888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971C2"/>
          </a:solidFill>
          <a:ln/>
        </p:spPr>
      </p:sp>
      <p:sp>
        <p:nvSpPr>
          <p:cNvPr id="7" name="Text 4"/>
          <p:cNvSpPr/>
          <p:nvPr/>
        </p:nvSpPr>
        <p:spPr>
          <a:xfrm>
            <a:off x="244052" y="59618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47816" y="3442716"/>
            <a:ext cx="475488" cy="475488"/>
          </a:xfrm>
          <a:prstGeom prst="ellipse">
            <a:avLst/>
          </a:prstGeom>
          <a:solidFill>
            <a:srgbClr val="868E96"/>
          </a:solidFill>
          <a:ln/>
        </p:spPr>
      </p:sp>
      <p:pic>
        <p:nvPicPr>
          <p:cNvPr id="9" name="Image 1" descr="/home/claude/icons/badge_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112" y="3525012"/>
            <a:ext cx="310896" cy="3108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61048" y="1490472"/>
            <a:ext cx="2060394" cy="4379976"/>
          </a:xfrm>
          <a:prstGeom prst="roundRect">
            <a:avLst>
              <a:gd name="adj" fmla="val 798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1B2733">
                <a:alpha val="16000"/>
              </a:srgbClr>
            </a:outerShdw>
          </a:effectLst>
        </p:spPr>
      </p:sp>
      <p:pic>
        <p:nvPicPr>
          <p:cNvPr id="11" name="Image 2" descr="/home/claude/mockups_png/dashboard_docente_instruc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776" y="1600200"/>
            <a:ext cx="1840938" cy="41605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568285" y="5961888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864AB"/>
          </a:solidFill>
          <a:ln/>
        </p:spPr>
      </p:sp>
      <p:sp>
        <p:nvSpPr>
          <p:cNvPr id="13" name="Text 8"/>
          <p:cNvSpPr/>
          <p:nvPr/>
        </p:nvSpPr>
        <p:spPr>
          <a:xfrm>
            <a:off x="3568285" y="59618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631754" y="3442716"/>
            <a:ext cx="475488" cy="475488"/>
          </a:xfrm>
          <a:prstGeom prst="ellipse">
            <a:avLst/>
          </a:prstGeom>
          <a:solidFill>
            <a:srgbClr val="868E96"/>
          </a:solidFill>
          <a:ln/>
        </p:spPr>
      </p:sp>
      <p:pic>
        <p:nvPicPr>
          <p:cNvPr id="15" name="Image 3" descr="/home/claude/icons/badge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050" y="3525012"/>
            <a:ext cx="310896" cy="31089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44986" y="1490472"/>
            <a:ext cx="2317197" cy="4379976"/>
          </a:xfrm>
          <a:prstGeom prst="roundRect">
            <a:avLst>
              <a:gd name="adj" fmla="val 7103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1B2733">
                <a:alpha val="16000"/>
              </a:srgbClr>
            </a:outerShdw>
          </a:effectLst>
        </p:spPr>
      </p:sp>
      <p:pic>
        <p:nvPicPr>
          <p:cNvPr id="17" name="Image 4" descr="/home/claude/mockups_png/sesion_qr_en_vivo_instruc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4714" y="1600200"/>
            <a:ext cx="2097741" cy="416052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80625" y="5961888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</p:sp>
      <p:sp>
        <p:nvSpPr>
          <p:cNvPr id="19" name="Text 12"/>
          <p:cNvSpPr/>
          <p:nvPr/>
        </p:nvSpPr>
        <p:spPr>
          <a:xfrm>
            <a:off x="6680625" y="59618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QR en vivo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8872495" y="3442716"/>
            <a:ext cx="475488" cy="475488"/>
          </a:xfrm>
          <a:prstGeom prst="ellipse">
            <a:avLst/>
          </a:prstGeom>
          <a:solidFill>
            <a:srgbClr val="868E96"/>
          </a:solidFill>
          <a:ln/>
        </p:spPr>
      </p:sp>
      <p:pic>
        <p:nvPicPr>
          <p:cNvPr id="21" name="Image 5" descr="/home/claude/icons/badge_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4791" y="3525012"/>
            <a:ext cx="310896" cy="31089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585727" y="1490472"/>
            <a:ext cx="2909447" cy="4379976"/>
          </a:xfrm>
          <a:prstGeom prst="roundRect">
            <a:avLst>
              <a:gd name="adj" fmla="val 565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25400" dir="5400000">
              <a:srgbClr val="1B2733">
                <a:alpha val="16000"/>
              </a:srgbClr>
            </a:outerShdw>
          </a:effectLst>
        </p:spPr>
      </p:sp>
      <p:pic>
        <p:nvPicPr>
          <p:cNvPr id="23" name="Image 6" descr="/home/claude/mockups_png/checkin_estudian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5455" y="1600200"/>
            <a:ext cx="2689991" cy="416052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10217491" y="5961888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67700"/>
          </a:solidFill>
          <a:ln/>
        </p:spPr>
      </p:sp>
      <p:sp>
        <p:nvSpPr>
          <p:cNvPr id="25" name="Text 16"/>
          <p:cNvSpPr/>
          <p:nvPr/>
        </p:nvSpPr>
        <p:spPr>
          <a:xfrm>
            <a:off x="10217491" y="59618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aprendiz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2026-07-11T02:45:45Z</dcterms:created>
  <dcterms:modified xsi:type="dcterms:W3CDTF">2026-07-11T02:45:45Z</dcterms:modified>
</cp:coreProperties>
</file>